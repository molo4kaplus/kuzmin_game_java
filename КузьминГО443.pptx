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77" r:id="rId3"/>
    <p:sldId id="278" r:id="rId4"/>
    <p:sldId id="273" r:id="rId5"/>
    <p:sldId id="272" r:id="rId6"/>
    <p:sldId id="270" r:id="rId7"/>
    <p:sldId id="276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A57BC78-59F3-4B78-9FFE-26B77BC14E8D}">
          <p14:sldIdLst>
            <p14:sldId id="256"/>
            <p14:sldId id="277"/>
            <p14:sldId id="278"/>
            <p14:sldId id="273"/>
            <p14:sldId id="272"/>
            <p14:sldId id="270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355" autoAdjust="0"/>
  </p:normalViewPr>
  <p:slideViewPr>
    <p:cSldViewPr snapToGrid="0">
      <p:cViewPr varScale="1">
        <p:scale>
          <a:sx n="127" d="100"/>
          <a:sy n="127" d="100"/>
        </p:scale>
        <p:origin x="1612" y="80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BCC4D-8C74-478C-B240-52726EE7229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7AF5EC-3846-4C9A-8899-82DC6DC665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93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AF5EC-3846-4C9A-8899-82DC6DC6657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556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AF5EC-3846-4C9A-8899-82DC6DC6657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16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AF5EC-3846-4C9A-8899-82DC6DC6657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60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AF5EC-3846-4C9A-8899-82DC6DC6657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152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AF5EC-3846-4C9A-8899-82DC6DC6657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8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AF5EC-3846-4C9A-8899-82DC6DC6657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479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Результаты и исходный код проекта представлены на слайде, я готов ответить на ваши вопросы.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AF5EC-3846-4C9A-8899-82DC6DC6657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251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1C777-18A9-4C7E-8D02-E254EDBEB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AB6304-3733-4EAA-8E91-206B1387C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DF36B3-C9C3-4B5C-AB16-30ABFB64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CBE4-13F1-435A-930B-EFC96BD86300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B8716A-A5BD-4E5E-AA13-53576AAF4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CAF5C8-B4CC-4EFF-A393-F402FCB6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991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4258B5-70D9-4DA0-9831-50CC67DC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583543-6C19-4ED5-AF72-099BE4612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1E4310-5696-4B29-9B0C-FBC8FC36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6A79F-E11C-4145-8AD3-9B77C5B9F37D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A2C18-BEF0-4A4F-B5E9-6CCC3E4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A7D449-C336-43EC-A0C4-9301179D3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4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34D68-253F-44C4-80CD-C25CCFF35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54C448-FC26-48D0-9AD4-6A91ED2B4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5AB374-5ABA-4941-92A0-50D5D624C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9A970-3226-4AD1-9F69-4EC4B52990A3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BC6844-FBA5-41BD-8487-D738C12C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DDB8AF-9CB4-4A07-948B-90908E91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356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A85BC-33D8-4992-A5E2-737897D0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DB29BA-3591-43AB-A0E9-5FC2D5D70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20446D-F476-45F6-AEF8-3E2C815BB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03781D-8C59-45CA-9C20-CDBC7B45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4B86F-9EA7-4B4B-A6AC-C835395B11BB}" type="datetime1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89799C-A681-4B0F-BC8E-54830C14E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1DF7EF-C54D-4E5A-BB85-29D8F98CB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71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7C70E3-2594-470B-BCBC-92A27B969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CD1B36-1F58-437D-8170-7EBC27673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74219E-5C67-4BBE-8304-C3858F84E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9E9545-7AB4-41C8-B898-07C8A07A2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58F97C-2E73-49EC-B550-2752BEC9F5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1BFBCC-C723-4E3B-B819-8BBB54C01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721CB-AA97-4CD6-B4FF-FEB15A21C1F8}" type="datetime1">
              <a:rPr lang="ru-RU" smtClean="0"/>
              <a:t>26.12.2025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BE500E-5EFE-42C8-9FBF-58E76C9E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FF5DF3E-1503-4C23-8064-B1A8EBD1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24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3F9CD-5085-4FEE-958E-15F4E313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9AE6EE6-2873-4645-8B5B-7374C24B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80B8-7A24-4C43-97E3-047F62AE2533}" type="datetime1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719BDD-F70A-46B6-97EE-CD54F58C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D26510C-AEBD-4DD3-8702-00CD278F9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148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3E40F84-DE2D-4D7F-AAA9-90C0C82FF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CFD90-78C7-4F57-BB32-1E311353191A}" type="datetime1">
              <a:rPr lang="ru-RU" smtClean="0"/>
              <a:t>26.12.2025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1AF122-DA39-4D28-9A0D-599080FC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5B0BB2-E23B-4C71-80C4-953253678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884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022192-7D2C-41B1-8A00-1D16F45D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992FCF-CADE-4472-AE8E-57CD21721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B722828-8A72-49BE-AA95-73F75A724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F285F9-B22D-40A2-A2BF-BFABAA0C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6813-79CD-4A5F-A6ED-A8E9B5B4BAF9}" type="datetime1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EE3A9-B48D-4F71-86C8-46A9C465A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3CA412-35CC-4ED5-943D-36C738C96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904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BACD8-5E75-4AEB-A117-F9B1B47F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BBC8CF7-427F-40D3-A285-E9D76F513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0B25EE1-0C96-4403-B220-840B7EB29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62A911-73F7-412B-9550-34126604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611A-F2CC-4AE1-848F-E0530D512173}" type="datetime1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1084EE-78C2-4464-832A-19F6BB2B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08C954-6544-47CD-B1FF-46F8CD00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114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2B3CB-FDD9-4BD4-B72A-511638748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1E8AA1-E3D0-4486-9737-7C44EA1BA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31B0FC-F641-465E-B969-36E325B3C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B7525-AFA7-4AA6-B217-2307C11DF747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7A874-2820-4E1A-BF76-D10D65415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2899E2-7CF3-4F38-B45F-FE59947AB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53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D1739B4-535A-44CF-A0BE-B30B94F2A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EF29DA3-27FA-4CDA-A481-C0D408307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58600F-45F7-43D4-A19D-B131C846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A180E-88F1-4669-9297-DC0B8A472344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E885838-052B-4366-A7E3-3CF7292A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623906-C96C-4143-B125-89B15B66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78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BCB28-A266-419A-9CAD-25CC9F53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1B8209-2514-469B-964F-6A2831976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A1A49D-A28F-4EA0-8CA0-1465B12DD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6E1EF-FB76-4274-AD64-326B97A3350F}" type="datetime1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78050B-FDDF-44D8-95E7-74D7AA3E10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A0C6AE-F58F-4DC7-8A28-836AB4F75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11809-A137-4636-8E11-D480BDA456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65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86A52F-3A70-4DD9-9479-C2315F820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0274" y="2212975"/>
            <a:ext cx="7791448" cy="1082884"/>
          </a:xfrm>
        </p:spPr>
        <p:txBody>
          <a:bodyPr>
            <a:noAutofit/>
          </a:bodyPr>
          <a:lstStyle/>
          <a:p>
            <a:r>
              <a:rPr lang="ru-RU" sz="360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Разработка кооперативной игры по обезвреживанию бомбы</a:t>
            </a:r>
            <a:endParaRPr lang="ru-RU" sz="3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2EACBD8-BF3A-4B40-A549-6C08EBD2F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9600" y="557213"/>
            <a:ext cx="10272795" cy="16557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МИНИСТЕРСТВО НАУКИ И ВЫСШЕГО ОБРАЗОВАНИЯ РОССИЙСКОЙ ФЕДЕРАЦИИ</a:t>
            </a: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Федеральное государственное автономное образовательное учреждение высшего образования</a:t>
            </a: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«Южно-Уральский государственный университет (национальный исследовательский университет)»</a:t>
            </a: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7D7CA145-C8C4-4567-BA7A-BD792952A575}"/>
              </a:ext>
            </a:extLst>
          </p:cNvPr>
          <p:cNvSpPr txBox="1">
            <a:spLocks/>
          </p:cNvSpPr>
          <p:nvPr/>
        </p:nvSpPr>
        <p:spPr>
          <a:xfrm>
            <a:off x="4787898" y="3295859"/>
            <a:ext cx="2616200" cy="28892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09.03.04 «Программная инженерия»</a:t>
            </a:r>
            <a:endParaRPr lang="ru-RU" sz="1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FECEBE08-351E-487F-84DD-BD2A0DE39066}"/>
              </a:ext>
            </a:extLst>
          </p:cNvPr>
          <p:cNvSpPr txBox="1">
            <a:spLocks/>
          </p:cNvSpPr>
          <p:nvPr/>
        </p:nvSpPr>
        <p:spPr>
          <a:xfrm>
            <a:off x="8167770" y="4020872"/>
            <a:ext cx="2696635" cy="1248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Автор работы</a:t>
            </a:r>
            <a:r>
              <a:rPr lang="ru-RU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solidFill>
                  <a:srgbClr val="000000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студент группы </a:t>
            </a:r>
            <a:r>
              <a:rPr lang="ru-RU" sz="1400" dirty="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ЕТ</a:t>
            </a:r>
            <a:r>
              <a:rPr lang="ru-RU" sz="1400" dirty="0">
                <a:solidFill>
                  <a:srgbClr val="000000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-443</a:t>
            </a:r>
            <a:endParaRPr lang="ru-RU" sz="140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Г.О. Кузьмин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4B4F841-EBC7-4183-B121-452845B9EED2}"/>
              </a:ext>
            </a:extLst>
          </p:cNvPr>
          <p:cNvSpPr txBox="1">
            <a:spLocks/>
          </p:cNvSpPr>
          <p:nvPr/>
        </p:nvSpPr>
        <p:spPr>
          <a:xfrm>
            <a:off x="4787898" y="5816601"/>
            <a:ext cx="2616200" cy="484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Челябинск, 2025 г.</a:t>
            </a:r>
            <a:endParaRPr lang="ru-RU" sz="2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327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917E9-5C90-4F70-83BB-8CA64D44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007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ИДЕЯ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4BCD9D-0A3C-4C64-905B-CC566CAE4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131"/>
            <a:ext cx="10515600" cy="55871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Основной идеей является создание приложения, которое генерирует бомбу, заполненную случайными </a:t>
            </a:r>
            <a:r>
              <a:rPr lang="ru-RU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обьектами</a:t>
            </a: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ru-RU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Процесс ее обезвреживания предполагает двух участников, эксперта и исполнителя.</a:t>
            </a:r>
            <a:endParaRPr lang="ru-RU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220445-18AD-43D6-9F25-6ADEA088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2</a:t>
            </a:fld>
            <a:r>
              <a:rPr lang="en-US" dirty="0"/>
              <a:t>/</a:t>
            </a:r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48899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917E9-5C90-4F70-83BB-8CA64D44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007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ЦЕЛЬ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4BCD9D-0A3C-4C64-905B-CC566CAE4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7131"/>
            <a:ext cx="10515600" cy="558714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Цель: </a:t>
            </a:r>
            <a:r>
              <a:rPr lang="ru-RU" dirty="0"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разработка игры.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Задачи</a:t>
            </a:r>
            <a:r>
              <a:rPr lang="en-US" b="1" dirty="0"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  <a:endParaRPr lang="ru-RU" b="1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сформулировать игровую петлю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реализовать приложение создания </a:t>
            </a:r>
            <a:r>
              <a:rPr lang="ru-RU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обьектов</a:t>
            </a:r>
            <a:endParaRPr lang="ru-RU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Составить документацию для оператора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arenR"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выполнить тестирование</a:t>
            </a:r>
          </a:p>
          <a:p>
            <a:pPr marL="0" indent="0">
              <a:lnSpc>
                <a:spcPct val="100000"/>
              </a:lnSpc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220445-18AD-43D6-9F25-6ADEA088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3</a:t>
            </a:fld>
            <a:r>
              <a:rPr lang="en-US" dirty="0"/>
              <a:t>/</a:t>
            </a:r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07675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917E9-5C90-4F70-83BB-8CA64D44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007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РЕАЛИЗАЦИЯ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9999DB-6D06-4F3D-BA37-A17AC114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4</a:t>
            </a:fld>
            <a:r>
              <a:rPr lang="en-US" dirty="0"/>
              <a:t>/</a:t>
            </a:r>
            <a:r>
              <a:rPr lang="ru-RU" dirty="0"/>
              <a:t>7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0105D9-F9BC-4E60-872F-1EC782B0E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91697"/>
            <a:ext cx="10766809" cy="484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43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917E9-5C90-4F70-83BB-8CA64D44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007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ИНСТРУМЕНТЫ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4BCD9D-0A3C-4C64-905B-CC566CAE4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6342"/>
            <a:ext cx="10877341" cy="558714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Язык программирования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Java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Система сборки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Gradle</a:t>
            </a:r>
            <a:endParaRPr lang="ru-RU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Среда разработки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Android studio</a:t>
            </a:r>
            <a:endParaRPr lang="en-US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Библиотеки</a:t>
            </a:r>
            <a:r>
              <a:rPr lang="en-US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  <a:r>
              <a:rPr lang="ru-RU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Стандартный пакет расширений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android </a:t>
            </a: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и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java</a:t>
            </a:r>
            <a:endParaRPr lang="ru-RU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3C39B7-0C91-4102-AFDB-47125810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5</a:t>
            </a:fld>
            <a:r>
              <a:rPr lang="en-US" dirty="0"/>
              <a:t>/</a:t>
            </a:r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26574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84F8E1-F14C-4295-9E35-54E7723B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5267"/>
            <a:ext cx="12192000" cy="68632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5D29-52BD-4520-A556-C6BBCF936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234"/>
            <a:ext cx="10515600" cy="63543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Диаграмма классов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1E38FA0-7D1D-4CB7-AB63-EB7E6930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6</a:t>
            </a:fld>
            <a:r>
              <a:rPr lang="en-US" dirty="0"/>
              <a:t>/</a:t>
            </a:r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88829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917E9-5C90-4F70-83BB-8CA64D44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007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ОСНОВНЫЕ РЕЗУЛЬТАТЫ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80ECBA-9E8D-4972-B11E-0C718CA01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602479"/>
          </a:xfrm>
        </p:spPr>
        <p:txBody>
          <a:bodyPr>
            <a:normAutofit fontScale="925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Сформулирована идея проекта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Реализована игровая петля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Подготовлена документация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Проведено 30 игровых сессий для тестирования</a:t>
            </a:r>
          </a:p>
          <a:p>
            <a:pPr marL="514350" lvl="0" indent="-514350">
              <a:buFont typeface="+mj-lt"/>
              <a:buAutoNum type="arabicPeriod"/>
            </a:pPr>
            <a:endParaRPr lang="ru-RU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endParaRPr lang="ru-RU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endParaRPr lang="en-US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514350" lvl="0" indent="-514350">
              <a:buFont typeface="+mj-lt"/>
              <a:buAutoNum type="arabicPeriod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Исходный код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</a:t>
            </a:r>
            <a:r>
              <a:rPr lang="ru-RU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https://github.com/molo4kaPlus/Kuzmin_game_java</a:t>
            </a:r>
            <a:endParaRPr lang="ru-RU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1825822-889A-4FB5-A079-A00CC2BB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11809-A137-4636-8E11-D480BDA4566E}" type="slidenum">
              <a:rPr lang="ru-RU" smtClean="0"/>
              <a:t>7</a:t>
            </a:fld>
            <a:r>
              <a:rPr lang="en-US" dirty="0"/>
              <a:t>/</a:t>
            </a:r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856821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200</Words>
  <Application>Microsoft Office PowerPoint</Application>
  <PresentationFormat>Широкоэкранный</PresentationFormat>
  <Paragraphs>52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Sans Serif Collection</vt:lpstr>
      <vt:lpstr>Times New Roman</vt:lpstr>
      <vt:lpstr>Тема Office</vt:lpstr>
      <vt:lpstr>Разработка кооперативной игры по обезвреживанию бомбы</vt:lpstr>
      <vt:lpstr>ИДЕЯ ПРИЛОЖЕНИЯ</vt:lpstr>
      <vt:lpstr>ЦЕЛЬ И ЗАДАЧИ РАБОТЫ</vt:lpstr>
      <vt:lpstr>РЕАЛИЗАЦИЯ</vt:lpstr>
      <vt:lpstr>ИНСТРУМЕНТЫ РАЗРАБОТКИ</vt:lpstr>
      <vt:lpstr>Диаграмма классов</vt:lpstr>
      <vt:lpstr>ОСНОВНЫЕ РЕЗУЛЬТАТЫ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анализа наличия сотрудника на рабочем месте на основе нейросетевого подхода</dc:title>
  <dc:creator>Дмитрий Афанасьев</dc:creator>
  <cp:lastModifiedBy>Gleb Kuzmin</cp:lastModifiedBy>
  <cp:revision>40</cp:revision>
  <dcterms:created xsi:type="dcterms:W3CDTF">2025-06-21T12:48:29Z</dcterms:created>
  <dcterms:modified xsi:type="dcterms:W3CDTF">2025-12-26T01:59:35Z</dcterms:modified>
</cp:coreProperties>
</file>